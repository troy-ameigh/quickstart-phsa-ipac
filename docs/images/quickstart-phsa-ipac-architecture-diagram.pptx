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6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CCDB-33B8-4711-B1D9-89C7FFC4E368}" type="datetimeFigureOut">
              <a:rPr lang="en-US" smtClean="0"/>
              <a:t>7/13/2021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A46-08C9-48B2-9FE9-51DFF4F51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01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CCDB-33B8-4711-B1D9-89C7FFC4E368}" type="datetimeFigureOut">
              <a:rPr lang="en-US" smtClean="0"/>
              <a:t>7/13/2021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A46-08C9-48B2-9FE9-51DFF4F51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886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CCDB-33B8-4711-B1D9-89C7FFC4E368}" type="datetimeFigureOut">
              <a:rPr lang="en-US" smtClean="0"/>
              <a:t>7/13/2021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A46-08C9-48B2-9FE9-51DFF4F51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398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CCDB-33B8-4711-B1D9-89C7FFC4E368}" type="datetimeFigureOut">
              <a:rPr lang="en-US" smtClean="0"/>
              <a:t>7/13/2021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A46-08C9-48B2-9FE9-51DFF4F51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371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CCDB-33B8-4711-B1D9-89C7FFC4E368}" type="datetimeFigureOut">
              <a:rPr lang="en-US" smtClean="0"/>
              <a:t>7/13/2021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A46-08C9-48B2-9FE9-51DFF4F51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67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CCDB-33B8-4711-B1D9-89C7FFC4E368}" type="datetimeFigureOut">
              <a:rPr lang="en-US" smtClean="0"/>
              <a:t>7/13/2021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A46-08C9-48B2-9FE9-51DFF4F51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4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CCDB-33B8-4711-B1D9-89C7FFC4E368}" type="datetimeFigureOut">
              <a:rPr lang="en-US" smtClean="0"/>
              <a:t>7/13/2021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A46-08C9-48B2-9FE9-51DFF4F51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67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CCDB-33B8-4711-B1D9-89C7FFC4E368}" type="datetimeFigureOut">
              <a:rPr lang="en-US" smtClean="0"/>
              <a:t>7/13/2021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A46-08C9-48B2-9FE9-51DFF4F51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7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CCDB-33B8-4711-B1D9-89C7FFC4E368}" type="datetimeFigureOut">
              <a:rPr lang="en-US" smtClean="0"/>
              <a:t>7/13/2021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A46-08C9-48B2-9FE9-51DFF4F51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081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CCDB-33B8-4711-B1D9-89C7FFC4E368}" type="datetimeFigureOut">
              <a:rPr lang="en-US" smtClean="0"/>
              <a:t>7/13/2021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A46-08C9-48B2-9FE9-51DFF4F51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0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CCDB-33B8-4711-B1D9-89C7FFC4E368}" type="datetimeFigureOut">
              <a:rPr lang="en-US" smtClean="0"/>
              <a:t>7/13/2021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A46-08C9-48B2-9FE9-51DFF4F51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97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5CCDB-33B8-4711-B1D9-89C7FFC4E368}" type="datetimeFigureOut">
              <a:rPr lang="en-US" smtClean="0"/>
              <a:t>7/13/2021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4AA46-08C9-48B2-9FE9-51DFF4F51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61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34" Type="http://schemas.openxmlformats.org/officeDocument/2006/relationships/image" Target="../media/image8.png"/><Relationship Id="rId33" Type="http://schemas.openxmlformats.org/officeDocument/2006/relationships/image" Target="../media/image7.png"/><Relationship Id="rId2" Type="http://schemas.openxmlformats.org/officeDocument/2006/relationships/image" Target="../media/image1.png"/><Relationship Id="rId29" Type="http://schemas.openxmlformats.org/officeDocument/2006/relationships/image" Target="../media/image3.png"/><Relationship Id="rId20" Type="http://schemas.openxmlformats.org/officeDocument/2006/relationships/image" Target="../media/image60.svg"/><Relationship Id="rId1" Type="http://schemas.openxmlformats.org/officeDocument/2006/relationships/slideLayout" Target="../slideLayouts/slideLayout2.xml"/><Relationship Id="rId32" Type="http://schemas.openxmlformats.org/officeDocument/2006/relationships/image" Target="../media/image6.png"/><Relationship Id="rId28" Type="http://schemas.openxmlformats.org/officeDocument/2006/relationships/image" Target="../media/image66.svg"/><Relationship Id="rId31" Type="http://schemas.openxmlformats.org/officeDocument/2006/relationships/image" Target="../media/image5.png"/><Relationship Id="rId30" Type="http://schemas.openxmlformats.org/officeDocument/2006/relationships/image" Target="../media/image4.png"/><Relationship Id="rId3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11">
            <a:extLst>
              <a:ext uri="{FF2B5EF4-FFF2-40B4-BE49-F238E27FC236}">
                <a16:creationId xmlns:a16="http://schemas.microsoft.com/office/drawing/2014/main" id="{2AB3466B-8F9E-AF49-9E8C-DEC126488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866" y="2761529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CB1046-2B82-F845-86F9-3534973607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820" y="3371187"/>
            <a:ext cx="12199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On-premises data source</a:t>
            </a:r>
            <a:endParaRPr lang="en-US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E8BEF15-E8C4-2242-949A-672EF8C74E91}"/>
              </a:ext>
            </a:extLst>
          </p:cNvPr>
          <p:cNvCxnSpPr>
            <a:cxnSpLocks/>
            <a:stCxn id="6" idx="3"/>
            <a:endCxn id="27" idx="1"/>
          </p:cNvCxnSpPr>
          <p:nvPr/>
        </p:nvCxnSpPr>
        <p:spPr>
          <a:xfrm>
            <a:off x="2686766" y="2996479"/>
            <a:ext cx="1052184" cy="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phic 16">
            <a:extLst>
              <a:ext uri="{FF2B5EF4-FFF2-40B4-BE49-F238E27FC236}">
                <a16:creationId xmlns:a16="http://schemas.microsoft.com/office/drawing/2014/main" id="{4FFDBFBD-0B6C-134E-81A3-AA30E08D9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28"/>
              </a:ext>
            </a:extLst>
          </a:blip>
          <a:srcRect/>
          <a:stretch/>
        </p:blipFill>
        <p:spPr bwMode="auto">
          <a:xfrm>
            <a:off x="2216866" y="448256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6CB1046-2B82-F845-86F9-3534973607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2289" y="5092536"/>
            <a:ext cx="129905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en-US" sz="14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eporting</a:t>
            </a:r>
            <a:endParaRPr lang="en-US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Graphic 29">
            <a:extLst>
              <a:ext uri="{FF2B5EF4-FFF2-40B4-BE49-F238E27FC236}">
                <a16:creationId xmlns:a16="http://schemas.microsoft.com/office/drawing/2014/main" id="{7941A63B-F480-BF46-A70E-E9048725E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8950" y="2615479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TextBox 42">
            <a:extLst>
              <a:ext uri="{FF2B5EF4-FFF2-40B4-BE49-F238E27FC236}">
                <a16:creationId xmlns:a16="http://schemas.microsoft.com/office/drawing/2014/main" id="{445EAFD3-0A93-1944-8DDA-6ADA7F8F51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0194" y="3371187"/>
            <a:ext cx="13525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Storage</a:t>
            </a:r>
            <a:br>
              <a:rPr lang="en-US" altLang="en-US" sz="14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4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Gateway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E8BEF15-E8C4-2242-949A-672EF8C74E91}"/>
              </a:ext>
            </a:extLst>
          </p:cNvPr>
          <p:cNvCxnSpPr>
            <a:cxnSpLocks/>
            <a:stCxn id="27" idx="3"/>
            <a:endCxn id="62" idx="1"/>
          </p:cNvCxnSpPr>
          <p:nvPr/>
        </p:nvCxnSpPr>
        <p:spPr>
          <a:xfrm>
            <a:off x="4500950" y="2996479"/>
            <a:ext cx="593260" cy="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E8BEF15-E8C4-2242-949A-672EF8C74E91}"/>
              </a:ext>
            </a:extLst>
          </p:cNvPr>
          <p:cNvCxnSpPr>
            <a:cxnSpLocks/>
            <a:stCxn id="62" idx="3"/>
            <a:endCxn id="84" idx="1"/>
          </p:cNvCxnSpPr>
          <p:nvPr/>
        </p:nvCxnSpPr>
        <p:spPr>
          <a:xfrm>
            <a:off x="5551410" y="2996479"/>
            <a:ext cx="887053" cy="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E8BEF15-E8C4-2242-949A-672EF8C74E91}"/>
              </a:ext>
            </a:extLst>
          </p:cNvPr>
          <p:cNvCxnSpPr>
            <a:cxnSpLocks/>
            <a:stCxn id="84" idx="3"/>
            <a:endCxn id="65" idx="1"/>
          </p:cNvCxnSpPr>
          <p:nvPr/>
        </p:nvCxnSpPr>
        <p:spPr>
          <a:xfrm>
            <a:off x="6895663" y="2996479"/>
            <a:ext cx="1027015" cy="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E8BEF15-E8C4-2242-949A-672EF8C74E91}"/>
              </a:ext>
            </a:extLst>
          </p:cNvPr>
          <p:cNvCxnSpPr>
            <a:cxnSpLocks/>
            <a:stCxn id="65" idx="3"/>
            <a:endCxn id="91" idx="1"/>
          </p:cNvCxnSpPr>
          <p:nvPr/>
        </p:nvCxnSpPr>
        <p:spPr>
          <a:xfrm>
            <a:off x="8379878" y="2996479"/>
            <a:ext cx="1096536" cy="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A9D33BB-F7AF-C044-9BA5-6F98953C5C41}"/>
              </a:ext>
            </a:extLst>
          </p:cNvPr>
          <p:cNvCxnSpPr>
            <a:stCxn id="103" idx="0"/>
            <a:endCxn id="90" idx="2"/>
          </p:cNvCxnSpPr>
          <p:nvPr/>
        </p:nvCxnSpPr>
        <p:spPr>
          <a:xfrm flipV="1">
            <a:off x="9705014" y="3894407"/>
            <a:ext cx="1" cy="442108"/>
          </a:xfrm>
          <a:prstGeom prst="straightConnector1">
            <a:avLst/>
          </a:prstGeom>
          <a:ln w="12700">
            <a:solidFill>
              <a:schemeClr val="tx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Graphic 24">
            <a:extLst>
              <a:ext uri="{FF2B5EF4-FFF2-40B4-BE49-F238E27FC236}">
                <a16:creationId xmlns:a16="http://schemas.microsoft.com/office/drawing/2014/main" id="{084CA126-51B9-4342-B381-198CA72FE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3655" y="448256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" name="TextBox 25">
            <a:extLst>
              <a:ext uri="{FF2B5EF4-FFF2-40B4-BE49-F238E27FC236}">
                <a16:creationId xmlns:a16="http://schemas.microsoft.com/office/drawing/2014/main" id="{ECC319A7-ACB1-A443-B188-85E40AB14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2030" y="5092536"/>
            <a:ext cx="10731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interface</a:t>
            </a:r>
            <a:endParaRPr lang="en-US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9" name="Graphic 22">
            <a:extLst>
              <a:ext uri="{FF2B5EF4-FFF2-40B4-BE49-F238E27FC236}">
                <a16:creationId xmlns:a16="http://schemas.microsoft.com/office/drawing/2014/main" id="{8ABF4DC3-21DD-F148-976A-E2C78367A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96DAC541-7B7A-43D3-8B79-37D633B846F1}">
                <asvg:svgBlip xmlns="" xmlns:asvg="http://schemas.microsoft.com/office/drawing/2016/SVG/main" r:embed="rId20"/>
              </a:ext>
            </a:extLst>
          </a:blip>
          <a:srcRect/>
          <a:stretch/>
        </p:blipFill>
        <p:spPr bwMode="auto">
          <a:xfrm>
            <a:off x="12022482" y="448256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39">
            <a:extLst>
              <a:ext uri="{FF2B5EF4-FFF2-40B4-BE49-F238E27FC236}">
                <a16:creationId xmlns:a16="http://schemas.microsoft.com/office/drawing/2014/main" id="{AC9D78F5-1A22-844B-8801-818696526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20857" y="5092536"/>
            <a:ext cx="10731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Reviewer</a:t>
            </a:r>
            <a:endParaRPr lang="en-US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AF64B03-6E17-9943-9C4D-C67401CA542E}"/>
              </a:ext>
            </a:extLst>
          </p:cNvPr>
          <p:cNvCxnSpPr>
            <a:stCxn id="57" idx="3"/>
            <a:endCxn id="59" idx="1"/>
          </p:cNvCxnSpPr>
          <p:nvPr/>
        </p:nvCxnSpPr>
        <p:spPr>
          <a:xfrm>
            <a:off x="11433555" y="4717515"/>
            <a:ext cx="588927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BEFEC4D9-0FF6-0740-BBB7-9A904CD0D43A}"/>
              </a:ext>
            </a:extLst>
          </p:cNvPr>
          <p:cNvSpPr/>
          <p:nvPr/>
        </p:nvSpPr>
        <p:spPr>
          <a:xfrm>
            <a:off x="3348948" y="1991638"/>
            <a:ext cx="7298807" cy="380791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71" name="Graphic 20">
            <a:extLst>
              <a:ext uri="{FF2B5EF4-FFF2-40B4-BE49-F238E27FC236}">
                <a16:creationId xmlns:a16="http://schemas.microsoft.com/office/drawing/2014/main" id="{3E9996A6-6D01-9B42-8D2D-8C63B84FF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948" y="1991638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E8BEF15-E8C4-2242-949A-672EF8C74E91}"/>
              </a:ext>
            </a:extLst>
          </p:cNvPr>
          <p:cNvCxnSpPr>
            <a:cxnSpLocks/>
            <a:stCxn id="68" idx="3"/>
            <a:endCxn id="89" idx="1"/>
          </p:cNvCxnSpPr>
          <p:nvPr/>
        </p:nvCxnSpPr>
        <p:spPr>
          <a:xfrm>
            <a:off x="5551410" y="4717515"/>
            <a:ext cx="887053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E8BEF15-E8C4-2242-949A-672EF8C74E91}"/>
              </a:ext>
            </a:extLst>
          </p:cNvPr>
          <p:cNvCxnSpPr>
            <a:cxnSpLocks/>
            <a:stCxn id="89" idx="3"/>
            <a:endCxn id="73" idx="1"/>
          </p:cNvCxnSpPr>
          <p:nvPr/>
        </p:nvCxnSpPr>
        <p:spPr>
          <a:xfrm>
            <a:off x="6895663" y="4717515"/>
            <a:ext cx="1027015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E8BEF15-E8C4-2242-949A-672EF8C74E91}"/>
              </a:ext>
            </a:extLst>
          </p:cNvPr>
          <p:cNvCxnSpPr>
            <a:cxnSpLocks/>
            <a:stCxn id="73" idx="3"/>
            <a:endCxn id="103" idx="1"/>
          </p:cNvCxnSpPr>
          <p:nvPr/>
        </p:nvCxnSpPr>
        <p:spPr>
          <a:xfrm>
            <a:off x="8379878" y="4717515"/>
            <a:ext cx="944136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E8BEF15-E8C4-2242-949A-672EF8C74E91}"/>
              </a:ext>
            </a:extLst>
          </p:cNvPr>
          <p:cNvCxnSpPr>
            <a:cxnSpLocks/>
            <a:stCxn id="19" idx="3"/>
            <a:endCxn id="68" idx="1"/>
          </p:cNvCxnSpPr>
          <p:nvPr/>
        </p:nvCxnSpPr>
        <p:spPr>
          <a:xfrm>
            <a:off x="2686766" y="4717515"/>
            <a:ext cx="2407444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21">
            <a:extLst>
              <a:ext uri="{FF2B5EF4-FFF2-40B4-BE49-F238E27FC236}">
                <a16:creationId xmlns:a16="http://schemas.microsoft.com/office/drawing/2014/main" id="{0ADA8040-8FB6-1946-AF4C-3148181F1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1328" y="3371187"/>
            <a:ext cx="104296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00" dirty="0" smtClean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Bulk data</a:t>
            </a:r>
            <a:endParaRPr lang="en-US" altLang="en-US" sz="14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62" name="Graphic 14">
            <a:extLst>
              <a:ext uri="{FF2B5EF4-FFF2-40B4-BE49-F238E27FC236}">
                <a16:creationId xmlns:a16="http://schemas.microsoft.com/office/drawing/2014/main" id="{3B6C367A-DF0B-4145-BC22-1066579E4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10" y="2767879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TextBox 21">
            <a:extLst>
              <a:ext uri="{FF2B5EF4-FFF2-40B4-BE49-F238E27FC236}">
                <a16:creationId xmlns:a16="http://schemas.microsoft.com/office/drawing/2014/main" id="{0ADA8040-8FB6-1946-AF4C-3148181F1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133" y="3371187"/>
            <a:ext cx="145429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00" dirty="0" smtClean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Partitioned data</a:t>
            </a:r>
          </a:p>
        </p:txBody>
      </p:sp>
      <p:pic>
        <p:nvPicPr>
          <p:cNvPr id="65" name="Graphic 14">
            <a:extLst>
              <a:ext uri="{FF2B5EF4-FFF2-40B4-BE49-F238E27FC236}">
                <a16:creationId xmlns:a16="http://schemas.microsoft.com/office/drawing/2014/main" id="{3B6C367A-DF0B-4145-BC22-1066579E4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2678" y="2767879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" name="TextBox 21">
            <a:extLst>
              <a:ext uri="{FF2B5EF4-FFF2-40B4-BE49-F238E27FC236}">
                <a16:creationId xmlns:a16="http://schemas.microsoft.com/office/drawing/2014/main" id="{0ADA8040-8FB6-1946-AF4C-3148181F1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0161" y="5092536"/>
            <a:ext cx="10808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00" dirty="0" smtClean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Confirmed cases</a:t>
            </a:r>
          </a:p>
        </p:txBody>
      </p:sp>
      <p:pic>
        <p:nvPicPr>
          <p:cNvPr id="68" name="Graphic 14">
            <a:extLst>
              <a:ext uri="{FF2B5EF4-FFF2-40B4-BE49-F238E27FC236}">
                <a16:creationId xmlns:a16="http://schemas.microsoft.com/office/drawing/2014/main" id="{3B6C367A-DF0B-4145-BC22-1066579E4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10" y="448891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" name="TextBox 21">
            <a:extLst>
              <a:ext uri="{FF2B5EF4-FFF2-40B4-BE49-F238E27FC236}">
                <a16:creationId xmlns:a16="http://schemas.microsoft.com/office/drawing/2014/main" id="{0ADA8040-8FB6-1946-AF4C-3148181F1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9128" y="5092536"/>
            <a:ext cx="136430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00" dirty="0" smtClean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Output data</a:t>
            </a:r>
          </a:p>
        </p:txBody>
      </p:sp>
      <p:pic>
        <p:nvPicPr>
          <p:cNvPr id="73" name="Graphic 14">
            <a:extLst>
              <a:ext uri="{FF2B5EF4-FFF2-40B4-BE49-F238E27FC236}">
                <a16:creationId xmlns:a16="http://schemas.microsoft.com/office/drawing/2014/main" id="{3B6C367A-DF0B-4145-BC22-1066579E4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2678" y="448891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" name="TextBox 17">
            <a:extLst>
              <a:ext uri="{FF2B5EF4-FFF2-40B4-BE49-F238E27FC236}">
                <a16:creationId xmlns:a16="http://schemas.microsoft.com/office/drawing/2014/main" id="{70E93A9B-B3E0-D24E-9DFE-BE9C66CA3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1141" y="3371187"/>
            <a:ext cx="15118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00" dirty="0" smtClean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Partition bulk data</a:t>
            </a:r>
            <a:endParaRPr lang="en-US" altLang="en-US" sz="14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84" name="Graphic 13">
            <a:extLst>
              <a:ext uri="{FF2B5EF4-FFF2-40B4-BE49-F238E27FC236}">
                <a16:creationId xmlns:a16="http://schemas.microsoft.com/office/drawing/2014/main" id="{E2B9011C-C7EB-AD4B-85D7-DC979571C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463" y="2767879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Box 17">
            <a:extLst>
              <a:ext uri="{FF2B5EF4-FFF2-40B4-BE49-F238E27FC236}">
                <a16:creationId xmlns:a16="http://schemas.microsoft.com/office/drawing/2014/main" id="{70E93A9B-B3E0-D24E-9DFE-BE9C66CA3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7063" y="5092536"/>
            <a:ext cx="1740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00" dirty="0" smtClean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Process output data</a:t>
            </a:r>
            <a:endParaRPr lang="en-US" altLang="en-US" sz="14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89" name="Graphic 13">
            <a:extLst>
              <a:ext uri="{FF2B5EF4-FFF2-40B4-BE49-F238E27FC236}">
                <a16:creationId xmlns:a16="http://schemas.microsoft.com/office/drawing/2014/main" id="{E2B9011C-C7EB-AD4B-85D7-DC979571C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463" y="448891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" name="TextBox 17">
            <a:extLst>
              <a:ext uri="{FF2B5EF4-FFF2-40B4-BE49-F238E27FC236}">
                <a16:creationId xmlns:a16="http://schemas.microsoft.com/office/drawing/2014/main" id="{70E93A9B-B3E0-D24E-9DFE-BE9C66CA3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2803" y="3371187"/>
            <a:ext cx="15244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00" dirty="0" smtClean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Process input manifest</a:t>
            </a:r>
          </a:p>
        </p:txBody>
      </p:sp>
      <p:pic>
        <p:nvPicPr>
          <p:cNvPr id="91" name="Graphic 13">
            <a:extLst>
              <a:ext uri="{FF2B5EF4-FFF2-40B4-BE49-F238E27FC236}">
                <a16:creationId xmlns:a16="http://schemas.microsoft.com/office/drawing/2014/main" id="{E2B9011C-C7EB-AD4B-85D7-DC979571C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6414" y="2767879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9E8BEF15-E8C4-2242-949A-672EF8C74E91}"/>
              </a:ext>
            </a:extLst>
          </p:cNvPr>
          <p:cNvCxnSpPr>
            <a:cxnSpLocks/>
            <a:stCxn id="103" idx="3"/>
            <a:endCxn id="57" idx="1"/>
          </p:cNvCxnSpPr>
          <p:nvPr/>
        </p:nvCxnSpPr>
        <p:spPr>
          <a:xfrm>
            <a:off x="10086014" y="4717515"/>
            <a:ext cx="877641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" name="Graphic 7">
            <a:extLst>
              <a:ext uri="{FF2B5EF4-FFF2-40B4-BE49-F238E27FC236}">
                <a16:creationId xmlns:a16="http://schemas.microsoft.com/office/drawing/2014/main" id="{0EDB2D5C-5A67-6F41-BD15-F9275EAE4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4014" y="4336515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" name="TextBox 9">
            <a:extLst>
              <a:ext uri="{FF2B5EF4-FFF2-40B4-BE49-F238E27FC236}">
                <a16:creationId xmlns:a16="http://schemas.microsoft.com/office/drawing/2014/main" id="{A134B2F4-FC2C-2D4E-A410-B6589887F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3446" y="5092536"/>
            <a:ext cx="22431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SageMaker</a:t>
            </a:r>
            <a:br>
              <a:rPr lang="en-US" altLang="en-US" sz="14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4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Ground Truth</a:t>
            </a:r>
          </a:p>
        </p:txBody>
      </p: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C3134E12-3EF9-D447-A049-4120E82B2307}"/>
              </a:ext>
            </a:extLst>
          </p:cNvPr>
          <p:cNvCxnSpPr>
            <a:cxnSpLocks/>
            <a:stCxn id="64" idx="2"/>
            <a:endCxn id="89" idx="0"/>
          </p:cNvCxnSpPr>
          <p:nvPr/>
        </p:nvCxnSpPr>
        <p:spPr>
          <a:xfrm rot="5400000">
            <a:off x="7004196" y="3341831"/>
            <a:ext cx="809951" cy="1484216"/>
          </a:xfrm>
          <a:prstGeom prst="bent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770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13241</TotalTime>
  <Words>35</Words>
  <Application>Microsoft Office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Amazon Ember</vt:lpstr>
      <vt:lpstr>Arial</vt:lpstr>
      <vt:lpstr>Calibri</vt:lpstr>
      <vt:lpstr>Calibri Light</vt:lpstr>
      <vt:lpstr>Office Theme</vt:lpstr>
      <vt:lpstr>PowerPoint Presentation</vt:lpstr>
    </vt:vector>
  </TitlesOfParts>
  <Company>Amazon Corporate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Censullo, Christopher</dc:creator>
  <cp:lastModifiedBy>Censullo, Christopher</cp:lastModifiedBy>
  <cp:revision>52</cp:revision>
  <dcterms:created xsi:type="dcterms:W3CDTF">2021-06-22T20:15:23Z</dcterms:created>
  <dcterms:modified xsi:type="dcterms:W3CDTF">2021-07-13T14:14:54Z</dcterms:modified>
</cp:coreProperties>
</file>