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Montserrat Ligh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4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0" roundtripDataSignature="AMtx7mg/MaEdhqgp2hD1dwGRb4cf813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MontserratLight-bold.fntdata"/><Relationship Id="rId16" Type="http://schemas.openxmlformats.org/officeDocument/2006/relationships/font" Target="fonts/MontserratLigh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Ligh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Light-italic.fntdata"/><Relationship Id="rId7" Type="http://schemas.openxmlformats.org/officeDocument/2006/relationships/slide" Target="slides/slide2.xml"/><Relationship Id="rId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e0b995d5d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e0b995d5dc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e0b995d5dc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13" Type="http://schemas.openxmlformats.org/officeDocument/2006/relationships/image" Target="../media/image2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15" Type="http://schemas.openxmlformats.org/officeDocument/2006/relationships/image" Target="../media/image22.png"/><Relationship Id="rId14" Type="http://schemas.openxmlformats.org/officeDocument/2006/relationships/image" Target="../media/image19.png"/><Relationship Id="rId17" Type="http://schemas.openxmlformats.org/officeDocument/2006/relationships/image" Target="../media/image27.png"/><Relationship Id="rId16" Type="http://schemas.openxmlformats.org/officeDocument/2006/relationships/image" Target="../media/image24.png"/><Relationship Id="rId5" Type="http://schemas.openxmlformats.org/officeDocument/2006/relationships/image" Target="../media/image6.png"/><Relationship Id="rId19" Type="http://schemas.openxmlformats.org/officeDocument/2006/relationships/image" Target="../media/image5.png"/><Relationship Id="rId6" Type="http://schemas.openxmlformats.org/officeDocument/2006/relationships/image" Target="../media/image14.png"/><Relationship Id="rId18" Type="http://schemas.openxmlformats.org/officeDocument/2006/relationships/image" Target="../media/image23.png"/><Relationship Id="rId7" Type="http://schemas.openxmlformats.org/officeDocument/2006/relationships/image" Target="../media/image18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5682206" y="1563311"/>
            <a:ext cx="2474928" cy="1787440"/>
          </a:xfrm>
          <a:prstGeom prst="rect">
            <a:avLst/>
          </a:prstGeom>
          <a:solidFill>
            <a:srgbClr val="1D8900">
              <a:alpha val="9803"/>
            </a:srgbClr>
          </a:solidFill>
          <a:ln>
            <a:noFill/>
          </a:ln>
        </p:spPr>
        <p:txBody>
          <a:bodyPr anchorCtr="0" anchor="t" bIns="45700" lIns="3383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8900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3995" y="2290386"/>
            <a:ext cx="4699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 txBox="1"/>
          <p:nvPr/>
        </p:nvSpPr>
        <p:spPr>
          <a:xfrm>
            <a:off x="5805157" y="2739378"/>
            <a:ext cx="11165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Bastion host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465085" y="1553521"/>
            <a:ext cx="2474928" cy="1797230"/>
          </a:xfrm>
          <a:prstGeom prst="rect">
            <a:avLst/>
          </a:prstGeom>
          <a:solidFill>
            <a:srgbClr val="1D8900">
              <a:alpha val="9803"/>
            </a:srgbClr>
          </a:solidFill>
          <a:ln>
            <a:noFill/>
          </a:ln>
        </p:spPr>
        <p:txBody>
          <a:bodyPr anchorCtr="0" anchor="t" bIns="45700" lIns="3383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8900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98444" y="1195189"/>
            <a:ext cx="7741839" cy="4075311"/>
          </a:xfrm>
          <a:prstGeom prst="rect">
            <a:avLst/>
          </a:prstGeom>
          <a:noFill/>
          <a:ln cap="flat" cmpd="sng" w="12700">
            <a:solidFill>
              <a:srgbClr val="1E8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2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8900"/>
                </a:solidFill>
                <a:latin typeface="Arial"/>
                <a:ea typeface="Arial"/>
                <a:cs typeface="Arial"/>
                <a:sym typeface="Arial"/>
              </a:rPr>
              <a:t>VPC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467065" y="3639810"/>
            <a:ext cx="2470969" cy="1520867"/>
          </a:xfrm>
          <a:prstGeom prst="rect">
            <a:avLst/>
          </a:prstGeom>
          <a:solidFill>
            <a:srgbClr val="007CBC">
              <a:alpha val="9803"/>
            </a:srgbClr>
          </a:solidFill>
          <a:ln>
            <a:noFill/>
          </a:ln>
        </p:spPr>
        <p:txBody>
          <a:bodyPr anchorCtr="0" anchor="t" bIns="45700" lIns="3383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DBC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06503" y="341189"/>
            <a:ext cx="9585599" cy="51579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2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300213" y="788789"/>
            <a:ext cx="2782099" cy="4596012"/>
          </a:xfrm>
          <a:prstGeom prst="rect">
            <a:avLst/>
          </a:prstGeom>
          <a:noFill/>
          <a:ln cap="flat" cmpd="sng" w="12700">
            <a:solidFill>
              <a:srgbClr val="007DBC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DBC"/>
                </a:solidFill>
                <a:latin typeface="Arial"/>
                <a:ea typeface="Arial"/>
                <a:cs typeface="Arial"/>
                <a:sym typeface="Arial"/>
              </a:rPr>
              <a:t>Availability Zone 1</a:t>
            </a:r>
            <a:endParaRPr/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956" y="2006402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504" y="341189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8445" y="1195189"/>
            <a:ext cx="3302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65085" y="155116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8789" y="36488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 txBox="1"/>
          <p:nvPr/>
        </p:nvSpPr>
        <p:spPr>
          <a:xfrm>
            <a:off x="1456147" y="2739378"/>
            <a:ext cx="11531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pic>
        <p:nvPicPr>
          <p:cNvPr id="31" name="Google Shape;31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9231" y="2280711"/>
            <a:ext cx="4699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98150" y="2280596"/>
            <a:ext cx="4699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44738" y="4141116"/>
            <a:ext cx="4699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 txBox="1"/>
          <p:nvPr/>
        </p:nvSpPr>
        <p:spPr>
          <a:xfrm>
            <a:off x="1923035" y="4637749"/>
            <a:ext cx="1513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&lt;Your product instances&gt;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2665865" y="2739378"/>
            <a:ext cx="11324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Bastion host</a:t>
            </a:r>
            <a:endParaRPr/>
          </a:p>
        </p:txBody>
      </p:sp>
      <p:pic>
        <p:nvPicPr>
          <p:cNvPr id="36" name="Google Shape;36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80861" y="2812510"/>
            <a:ext cx="591034" cy="59103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 txBox="1"/>
          <p:nvPr/>
        </p:nvSpPr>
        <p:spPr>
          <a:xfrm>
            <a:off x="8640283" y="3394818"/>
            <a:ext cx="16518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8640283" y="4640332"/>
            <a:ext cx="16518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Route 53</a:t>
            </a:r>
            <a:endParaRPr/>
          </a:p>
        </p:txBody>
      </p:sp>
      <p:pic>
        <p:nvPicPr>
          <p:cNvPr id="39" name="Google Shape;39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80861" y="3993610"/>
            <a:ext cx="591034" cy="59103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"/>
          <p:cNvSpPr txBox="1"/>
          <p:nvPr/>
        </p:nvSpPr>
        <p:spPr>
          <a:xfrm>
            <a:off x="4136101" y="4648213"/>
            <a:ext cx="13350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 Load Balancing (ELB)</a:t>
            </a:r>
            <a:endParaRPr/>
          </a:p>
        </p:txBody>
      </p:sp>
      <p:pic>
        <p:nvPicPr>
          <p:cNvPr id="41" name="Google Shape;41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39707" y="4057375"/>
            <a:ext cx="591034" cy="59103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"/>
          <p:cNvSpPr/>
          <p:nvPr/>
        </p:nvSpPr>
        <p:spPr>
          <a:xfrm>
            <a:off x="5671319" y="3659964"/>
            <a:ext cx="2470969" cy="1424609"/>
          </a:xfrm>
          <a:prstGeom prst="rect">
            <a:avLst/>
          </a:prstGeom>
          <a:solidFill>
            <a:srgbClr val="007CBC">
              <a:alpha val="9803"/>
            </a:srgbClr>
          </a:solidFill>
          <a:ln>
            <a:noFill/>
          </a:ln>
        </p:spPr>
        <p:txBody>
          <a:bodyPr anchorCtr="0" anchor="t" bIns="45700" lIns="3383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DBC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5517334" y="798579"/>
            <a:ext cx="2782099" cy="4586222"/>
          </a:xfrm>
          <a:prstGeom prst="rect">
            <a:avLst/>
          </a:prstGeom>
          <a:noFill/>
          <a:ln cap="flat" cmpd="sng" w="12700">
            <a:solidFill>
              <a:srgbClr val="007DBC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DBC"/>
                </a:solidFill>
                <a:latin typeface="Arial"/>
                <a:ea typeface="Arial"/>
                <a:cs typeface="Arial"/>
                <a:sym typeface="Arial"/>
              </a:rPr>
              <a:t>Availability Zone 2</a:t>
            </a:r>
            <a:endParaRPr/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2206" y="156095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73043" y="3654589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"/>
          <p:cNvSpPr txBox="1"/>
          <p:nvPr/>
        </p:nvSpPr>
        <p:spPr>
          <a:xfrm>
            <a:off x="7002417" y="2739378"/>
            <a:ext cx="11592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pic>
        <p:nvPicPr>
          <p:cNvPr id="47" name="Google Shape;4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38102" y="2280711"/>
            <a:ext cx="4699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5447" y="4090316"/>
            <a:ext cx="4699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/>
          <p:nvPr/>
        </p:nvSpPr>
        <p:spPr>
          <a:xfrm>
            <a:off x="6063744" y="4586949"/>
            <a:ext cx="15133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&lt;Your product instances&gt;</a:t>
            </a:r>
            <a:endParaRPr/>
          </a:p>
        </p:txBody>
      </p:sp>
      <p:cxnSp>
        <p:nvCxnSpPr>
          <p:cNvPr id="50" name="Google Shape;50;p1"/>
          <p:cNvCxnSpPr>
            <a:stCxn id="41" idx="3"/>
          </p:cNvCxnSpPr>
          <p:nvPr/>
        </p:nvCxnSpPr>
        <p:spPr>
          <a:xfrm>
            <a:off x="5130741" y="4352892"/>
            <a:ext cx="1356000" cy="0"/>
          </a:xfrm>
          <a:prstGeom prst="straightConnector1">
            <a:avLst/>
          </a:prstGeom>
          <a:noFill/>
          <a:ln cap="flat" cmpd="sng" w="12700">
            <a:solidFill>
              <a:srgbClr val="545B64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51" name="Google Shape;51;p1"/>
          <p:cNvCxnSpPr>
            <a:endCxn id="41" idx="1"/>
          </p:cNvCxnSpPr>
          <p:nvPr/>
        </p:nvCxnSpPr>
        <p:spPr>
          <a:xfrm>
            <a:off x="3202607" y="4352892"/>
            <a:ext cx="1337100" cy="0"/>
          </a:xfrm>
          <a:prstGeom prst="straightConnector1">
            <a:avLst/>
          </a:prstGeom>
          <a:noFill/>
          <a:ln cap="flat" cmpd="sng" w="12700">
            <a:solidFill>
              <a:srgbClr val="545B64"/>
            </a:solidFill>
            <a:prstDash val="solid"/>
            <a:miter lim="800000"/>
            <a:headEnd len="med" w="med" type="stealth"/>
            <a:tailEnd len="sm" w="sm" type="none"/>
          </a:ln>
        </p:spPr>
      </p:cxnSp>
      <p:sp>
        <p:nvSpPr>
          <p:cNvPr id="52" name="Google Shape;52;p1"/>
          <p:cNvSpPr/>
          <p:nvPr/>
        </p:nvSpPr>
        <p:spPr>
          <a:xfrm>
            <a:off x="2603276" y="2014715"/>
            <a:ext cx="4442344" cy="1143000"/>
          </a:xfrm>
          <a:prstGeom prst="rect">
            <a:avLst/>
          </a:prstGeom>
          <a:noFill/>
          <a:ln cap="flat" cmpd="sng" w="12700">
            <a:solidFill>
              <a:srgbClr val="D86613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D866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D866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6613"/>
                </a:solidFill>
                <a:latin typeface="Arial"/>
                <a:ea typeface="Arial"/>
                <a:cs typeface="Arial"/>
                <a:sym typeface="Arial"/>
              </a:rPr>
              <a:t>Auto Scaling group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e0b995d5dc_0_6"/>
          <p:cNvSpPr/>
          <p:nvPr/>
        </p:nvSpPr>
        <p:spPr>
          <a:xfrm>
            <a:off x="0" y="0"/>
            <a:ext cx="4236300" cy="5147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2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On-prem</a:t>
            </a:r>
            <a:endParaRPr/>
          </a:p>
        </p:txBody>
      </p:sp>
      <p:sp>
        <p:nvSpPr>
          <p:cNvPr id="59" name="Google Shape;59;ge0b995d5dc_0_6"/>
          <p:cNvSpPr/>
          <p:nvPr/>
        </p:nvSpPr>
        <p:spPr>
          <a:xfrm>
            <a:off x="4552675" y="0"/>
            <a:ext cx="6325200" cy="5147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20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60" name="Google Shape;60;ge0b995d5dc_0_6"/>
          <p:cNvSpPr/>
          <p:nvPr/>
        </p:nvSpPr>
        <p:spPr>
          <a:xfrm>
            <a:off x="165503" y="1974070"/>
            <a:ext cx="1290648" cy="1023293"/>
          </a:xfrm>
          <a:prstGeom prst="flowChartMagneticDisk">
            <a:avLst/>
          </a:prstGeom>
          <a:solidFill>
            <a:srgbClr val="FFFFFF"/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SemiBold"/>
                <a:ea typeface="Montserrat SemiBold"/>
                <a:cs typeface="Montserrat SemiBold"/>
                <a:sym typeface="Montserrat SemiBold"/>
              </a:rPr>
              <a:t>Input data source</a:t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61" name="Google Shape;61;ge0b995d5dc_0_6"/>
          <p:cNvGrpSpPr/>
          <p:nvPr/>
        </p:nvGrpSpPr>
        <p:grpSpPr>
          <a:xfrm>
            <a:off x="2042988" y="2117272"/>
            <a:ext cx="766434" cy="735576"/>
            <a:chOff x="23297175" y="12689863"/>
            <a:chExt cx="1520100" cy="1520100"/>
          </a:xfrm>
        </p:grpSpPr>
        <p:sp>
          <p:nvSpPr>
            <p:cNvPr id="62" name="Google Shape;62;ge0b995d5dc_0_6"/>
            <p:cNvSpPr/>
            <p:nvPr/>
          </p:nvSpPr>
          <p:spPr>
            <a:xfrm>
              <a:off x="23297175" y="12689863"/>
              <a:ext cx="1520100" cy="15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ge0b995d5dc_0_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371450" y="13804400"/>
              <a:ext cx="1278900" cy="359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ge0b995d5dc_0_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464090" y="12736162"/>
              <a:ext cx="1278900" cy="1068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5" name="Google Shape;65;ge0b995d5dc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8960" y="2117884"/>
            <a:ext cx="766406" cy="7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e0b995d5dc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9254" y="2117884"/>
            <a:ext cx="766406" cy="73567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" name="Google Shape;67;ge0b995d5dc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107" y="2117884"/>
            <a:ext cx="766406" cy="7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e0b995d5dc_0_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9386" y="2117880"/>
            <a:ext cx="766406" cy="7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e0b995d5dc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9533" y="2117884"/>
            <a:ext cx="766406" cy="73567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ge0b995d5dc_0_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99665" y="2117880"/>
            <a:ext cx="766406" cy="7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e0b995d5dc_0_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99659" y="3889805"/>
            <a:ext cx="766406" cy="7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e0b995d5dc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9530" y="3889808"/>
            <a:ext cx="766406" cy="73567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ge0b995d5dc_0_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9386" y="3889805"/>
            <a:ext cx="766406" cy="7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e0b995d5dc_0_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0653" y="3889808"/>
            <a:ext cx="766406" cy="7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e0b995d5dc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0927" y="3889808"/>
            <a:ext cx="766406" cy="73567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6" name="Google Shape;76;ge0b995d5dc_0_6"/>
          <p:cNvGrpSpPr/>
          <p:nvPr/>
        </p:nvGrpSpPr>
        <p:grpSpPr>
          <a:xfrm>
            <a:off x="11326847" y="5567710"/>
            <a:ext cx="766434" cy="918702"/>
            <a:chOff x="17287456" y="494088"/>
            <a:chExt cx="1520100" cy="1882586"/>
          </a:xfrm>
        </p:grpSpPr>
        <p:sp>
          <p:nvSpPr>
            <p:cNvPr id="77" name="Google Shape;77;ge0b995d5dc_0_6"/>
            <p:cNvSpPr/>
            <p:nvPr/>
          </p:nvSpPr>
          <p:spPr>
            <a:xfrm>
              <a:off x="17287456" y="494088"/>
              <a:ext cx="1520100" cy="15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" name="Google Shape;78;ge0b995d5dc_0_6"/>
            <p:cNvGrpSpPr/>
            <p:nvPr/>
          </p:nvGrpSpPr>
          <p:grpSpPr>
            <a:xfrm>
              <a:off x="17452766" y="570296"/>
              <a:ext cx="1189514" cy="1806377"/>
              <a:chOff x="54372217" y="5245300"/>
              <a:chExt cx="3387000" cy="4228411"/>
            </a:xfrm>
          </p:grpSpPr>
          <p:sp>
            <p:nvSpPr>
              <p:cNvPr id="79" name="Google Shape;79;ge0b995d5dc_0_6"/>
              <p:cNvSpPr/>
              <p:nvPr/>
            </p:nvSpPr>
            <p:spPr>
              <a:xfrm rot="6396368">
                <a:off x="54704233" y="6343345"/>
                <a:ext cx="2722970" cy="2757633"/>
              </a:xfrm>
              <a:prstGeom prst="chord">
                <a:avLst>
                  <a:gd fmla="val 2700000" name="adj1"/>
                  <a:gd fmla="val 16200000" name="adj2"/>
                </a:avLst>
              </a:prstGeom>
              <a:solidFill>
                <a:srgbClr val="B7B7B7"/>
              </a:solidFill>
              <a:ln cap="flat" cmpd="sng" w="762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ge0b995d5dc_0_6"/>
              <p:cNvSpPr/>
              <p:nvPr/>
            </p:nvSpPr>
            <p:spPr>
              <a:xfrm>
                <a:off x="55113224" y="5245300"/>
                <a:ext cx="1905000" cy="1395000"/>
              </a:xfrm>
              <a:prstGeom prst="ellipse">
                <a:avLst/>
              </a:prstGeom>
              <a:solidFill>
                <a:srgbClr val="B7B7B7"/>
              </a:solidFill>
              <a:ln cap="flat" cmpd="sng" w="762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81" name="Google Shape;81;ge0b995d5dc_0_6"/>
          <p:cNvCxnSpPr>
            <a:stCxn id="60" idx="4"/>
            <a:endCxn id="62" idx="1"/>
          </p:cNvCxnSpPr>
          <p:nvPr/>
        </p:nvCxnSpPr>
        <p:spPr>
          <a:xfrm flipH="1" rot="10800000">
            <a:off x="1456151" y="2485117"/>
            <a:ext cx="586800" cy="6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ge0b995d5dc_0_6"/>
          <p:cNvCxnSpPr>
            <a:stCxn id="62" idx="3"/>
            <a:endCxn id="65" idx="1"/>
          </p:cNvCxnSpPr>
          <p:nvPr/>
        </p:nvCxnSpPr>
        <p:spPr>
          <a:xfrm>
            <a:off x="2809422" y="2485060"/>
            <a:ext cx="539400" cy="6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ge0b995d5dc_0_6"/>
          <p:cNvCxnSpPr>
            <a:stCxn id="65" idx="3"/>
            <a:endCxn id="67" idx="1"/>
          </p:cNvCxnSpPr>
          <p:nvPr/>
        </p:nvCxnSpPr>
        <p:spPr>
          <a:xfrm>
            <a:off x="4115367" y="2485721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ge0b995d5dc_0_6"/>
          <p:cNvCxnSpPr>
            <a:stCxn id="67" idx="3"/>
            <a:endCxn id="66" idx="1"/>
          </p:cNvCxnSpPr>
          <p:nvPr/>
        </p:nvCxnSpPr>
        <p:spPr>
          <a:xfrm>
            <a:off x="5385514" y="2485721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ge0b995d5dc_0_6"/>
          <p:cNvCxnSpPr/>
          <p:nvPr/>
        </p:nvCxnSpPr>
        <p:spPr>
          <a:xfrm>
            <a:off x="4115367" y="2617220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ge0b995d5dc_0_6"/>
          <p:cNvCxnSpPr/>
          <p:nvPr/>
        </p:nvCxnSpPr>
        <p:spPr>
          <a:xfrm>
            <a:off x="4115367" y="2354221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ge0b995d5dc_0_6"/>
          <p:cNvCxnSpPr>
            <a:stCxn id="66" idx="3"/>
            <a:endCxn id="68" idx="1"/>
          </p:cNvCxnSpPr>
          <p:nvPr/>
        </p:nvCxnSpPr>
        <p:spPr>
          <a:xfrm>
            <a:off x="6655660" y="2485721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ge0b995d5dc_0_6"/>
          <p:cNvCxnSpPr>
            <a:stCxn id="68" idx="3"/>
            <a:endCxn id="69" idx="1"/>
          </p:cNvCxnSpPr>
          <p:nvPr/>
        </p:nvCxnSpPr>
        <p:spPr>
          <a:xfrm>
            <a:off x="7925792" y="2485717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ge0b995d5dc_0_6"/>
          <p:cNvCxnSpPr>
            <a:stCxn id="69" idx="3"/>
            <a:endCxn id="70" idx="1"/>
          </p:cNvCxnSpPr>
          <p:nvPr/>
        </p:nvCxnSpPr>
        <p:spPr>
          <a:xfrm>
            <a:off x="9195939" y="2485721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ge0b995d5dc_0_6"/>
          <p:cNvCxnSpPr>
            <a:stCxn id="91" idx="2"/>
            <a:endCxn id="71" idx="0"/>
          </p:cNvCxnSpPr>
          <p:nvPr/>
        </p:nvCxnSpPr>
        <p:spPr>
          <a:xfrm>
            <a:off x="10082793" y="3163918"/>
            <a:ext cx="0" cy="7260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ge0b995d5dc_0_6"/>
          <p:cNvCxnSpPr>
            <a:stCxn id="71" idx="1"/>
            <a:endCxn id="72" idx="3"/>
          </p:cNvCxnSpPr>
          <p:nvPr/>
        </p:nvCxnSpPr>
        <p:spPr>
          <a:xfrm rot="10800000">
            <a:off x="9195959" y="4257642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ge0b995d5dc_0_6"/>
          <p:cNvCxnSpPr>
            <a:stCxn id="72" idx="1"/>
            <a:endCxn id="73" idx="3"/>
          </p:cNvCxnSpPr>
          <p:nvPr/>
        </p:nvCxnSpPr>
        <p:spPr>
          <a:xfrm rot="10800000">
            <a:off x="7925830" y="4257645"/>
            <a:ext cx="5037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ge0b995d5dc_0_6"/>
          <p:cNvCxnSpPr>
            <a:stCxn id="73" idx="1"/>
            <a:endCxn id="75" idx="3"/>
          </p:cNvCxnSpPr>
          <p:nvPr/>
        </p:nvCxnSpPr>
        <p:spPr>
          <a:xfrm rot="10800000">
            <a:off x="6637386" y="4257642"/>
            <a:ext cx="5220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ge0b995d5dc_0_6"/>
          <p:cNvCxnSpPr>
            <a:stCxn id="74" idx="3"/>
            <a:endCxn id="75" idx="1"/>
          </p:cNvCxnSpPr>
          <p:nvPr/>
        </p:nvCxnSpPr>
        <p:spPr>
          <a:xfrm>
            <a:off x="4097059" y="4257645"/>
            <a:ext cx="17739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6" name="Google Shape;96;ge0b995d5dc_0_6"/>
          <p:cNvGrpSpPr/>
          <p:nvPr/>
        </p:nvGrpSpPr>
        <p:grpSpPr>
          <a:xfrm>
            <a:off x="9700139" y="5567630"/>
            <a:ext cx="766434" cy="735576"/>
            <a:chOff x="13626288" y="2309900"/>
            <a:chExt cx="1520100" cy="1520100"/>
          </a:xfrm>
        </p:grpSpPr>
        <p:sp>
          <p:nvSpPr>
            <p:cNvPr id="97" name="Google Shape;97;ge0b995d5dc_0_6"/>
            <p:cNvSpPr/>
            <p:nvPr/>
          </p:nvSpPr>
          <p:spPr>
            <a:xfrm>
              <a:off x="13626288" y="2309900"/>
              <a:ext cx="1520100" cy="15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" name="Google Shape;98;ge0b995d5dc_0_6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3746900" y="2502097"/>
              <a:ext cx="1278900" cy="113570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9" name="Google Shape;99;ge0b995d5dc_0_6"/>
          <p:cNvCxnSpPr>
            <a:stCxn id="100" idx="2"/>
            <a:endCxn id="97" idx="0"/>
          </p:cNvCxnSpPr>
          <p:nvPr/>
        </p:nvCxnSpPr>
        <p:spPr>
          <a:xfrm>
            <a:off x="10082917" y="4940171"/>
            <a:ext cx="300" cy="6276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" name="Google Shape;101;ge0b995d5dc_0_6"/>
          <p:cNvCxnSpPr>
            <a:stCxn id="77" idx="1"/>
            <a:endCxn id="97" idx="3"/>
          </p:cNvCxnSpPr>
          <p:nvPr/>
        </p:nvCxnSpPr>
        <p:spPr>
          <a:xfrm rot="10800000">
            <a:off x="10466447" y="5935315"/>
            <a:ext cx="860400" cy="33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ge0b995d5dc_0_6"/>
          <p:cNvSpPr txBox="1"/>
          <p:nvPr/>
        </p:nvSpPr>
        <p:spPr>
          <a:xfrm>
            <a:off x="1464578" y="2573384"/>
            <a:ext cx="569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SemiBold"/>
                <a:ea typeface="Montserrat SemiBold"/>
                <a:cs typeface="Montserrat SemiBold"/>
                <a:sym typeface="Montserrat SemiBold"/>
              </a:rPr>
              <a:t>ETL</a:t>
            </a:r>
            <a:endParaRPr sz="1200"/>
          </a:p>
        </p:txBody>
      </p:sp>
      <p:sp>
        <p:nvSpPr>
          <p:cNvPr id="103" name="Google Shape;103;ge0b995d5dc_0_6"/>
          <p:cNvSpPr txBox="1"/>
          <p:nvPr/>
        </p:nvSpPr>
        <p:spPr>
          <a:xfrm>
            <a:off x="7087117" y="2845918"/>
            <a:ext cx="910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Lambda</a:t>
            </a:r>
            <a:endParaRPr sz="1000"/>
          </a:p>
        </p:txBody>
      </p:sp>
      <p:sp>
        <p:nvSpPr>
          <p:cNvPr id="104" name="Google Shape;104;ge0b995d5dc_0_6"/>
          <p:cNvSpPr txBox="1"/>
          <p:nvPr/>
        </p:nvSpPr>
        <p:spPr>
          <a:xfrm>
            <a:off x="7077956" y="4622171"/>
            <a:ext cx="910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Lambda</a:t>
            </a:r>
            <a:endParaRPr sz="1000"/>
          </a:p>
        </p:txBody>
      </p:sp>
      <p:sp>
        <p:nvSpPr>
          <p:cNvPr id="91" name="Google Shape;91;ge0b995d5dc_0_6"/>
          <p:cNvSpPr txBox="1"/>
          <p:nvPr/>
        </p:nvSpPr>
        <p:spPr>
          <a:xfrm>
            <a:off x="9627393" y="2845918"/>
            <a:ext cx="910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Lambda</a:t>
            </a:r>
            <a:endParaRPr sz="1000"/>
          </a:p>
        </p:txBody>
      </p:sp>
      <p:sp>
        <p:nvSpPr>
          <p:cNvPr id="105" name="Google Shape;105;ge0b995d5dc_0_6"/>
          <p:cNvSpPr txBox="1"/>
          <p:nvPr/>
        </p:nvSpPr>
        <p:spPr>
          <a:xfrm>
            <a:off x="8357255" y="2845918"/>
            <a:ext cx="910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S3</a:t>
            </a:r>
            <a:endParaRPr sz="1000"/>
          </a:p>
        </p:txBody>
      </p:sp>
      <p:sp>
        <p:nvSpPr>
          <p:cNvPr id="106" name="Google Shape;106;ge0b995d5dc_0_6"/>
          <p:cNvSpPr txBox="1"/>
          <p:nvPr/>
        </p:nvSpPr>
        <p:spPr>
          <a:xfrm>
            <a:off x="5816979" y="2845918"/>
            <a:ext cx="910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S3</a:t>
            </a:r>
            <a:endParaRPr sz="1000"/>
          </a:p>
        </p:txBody>
      </p:sp>
      <p:sp>
        <p:nvSpPr>
          <p:cNvPr id="107" name="Google Shape;107;ge0b995d5dc_0_6"/>
          <p:cNvSpPr txBox="1"/>
          <p:nvPr/>
        </p:nvSpPr>
        <p:spPr>
          <a:xfrm>
            <a:off x="8357255" y="4622171"/>
            <a:ext cx="910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S3</a:t>
            </a:r>
            <a:endParaRPr sz="1000"/>
          </a:p>
        </p:txBody>
      </p:sp>
      <p:sp>
        <p:nvSpPr>
          <p:cNvPr id="108" name="Google Shape;108;ge0b995d5dc_0_6"/>
          <p:cNvSpPr txBox="1"/>
          <p:nvPr/>
        </p:nvSpPr>
        <p:spPr>
          <a:xfrm>
            <a:off x="5798671" y="4622171"/>
            <a:ext cx="910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S3</a:t>
            </a:r>
            <a:endParaRPr sz="1000"/>
          </a:p>
        </p:txBody>
      </p:sp>
      <p:sp>
        <p:nvSpPr>
          <p:cNvPr id="100" name="Google Shape;100;ge0b995d5dc_0_6"/>
          <p:cNvSpPr txBox="1"/>
          <p:nvPr/>
        </p:nvSpPr>
        <p:spPr>
          <a:xfrm>
            <a:off x="9500917" y="4622171"/>
            <a:ext cx="1164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SageMaker</a:t>
            </a:r>
            <a:endParaRPr sz="1000"/>
          </a:p>
        </p:txBody>
      </p:sp>
      <p:sp>
        <p:nvSpPr>
          <p:cNvPr id="109" name="Google Shape;109;ge0b995d5dc_0_6"/>
          <p:cNvSpPr txBox="1"/>
          <p:nvPr/>
        </p:nvSpPr>
        <p:spPr>
          <a:xfrm>
            <a:off x="4510705" y="2845918"/>
            <a:ext cx="910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Storage</a:t>
            </a:r>
            <a:br>
              <a:rPr lang="en-US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gateway</a:t>
            </a:r>
            <a:endParaRPr sz="1000"/>
          </a:p>
        </p:txBody>
      </p:sp>
      <p:sp>
        <p:nvSpPr>
          <p:cNvPr id="110" name="Google Shape;110;ge0b995d5dc_0_6"/>
          <p:cNvSpPr txBox="1"/>
          <p:nvPr/>
        </p:nvSpPr>
        <p:spPr>
          <a:xfrm>
            <a:off x="3258366" y="2836491"/>
            <a:ext cx="910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Storage</a:t>
            </a:r>
            <a:br>
              <a:rPr lang="en-US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gateway</a:t>
            </a:r>
            <a:endParaRPr sz="1000"/>
          </a:p>
        </p:txBody>
      </p:sp>
      <p:sp>
        <p:nvSpPr>
          <p:cNvPr id="111" name="Google Shape;111;ge0b995d5dc_0_6"/>
          <p:cNvSpPr txBox="1"/>
          <p:nvPr/>
        </p:nvSpPr>
        <p:spPr>
          <a:xfrm>
            <a:off x="1878225" y="2836498"/>
            <a:ext cx="1048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Network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folder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e0b995d5dc_0_6"/>
          <p:cNvSpPr txBox="1"/>
          <p:nvPr/>
        </p:nvSpPr>
        <p:spPr>
          <a:xfrm>
            <a:off x="3276689" y="4622171"/>
            <a:ext cx="910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CLI</a:t>
            </a:r>
            <a:endParaRPr sz="1000"/>
          </a:p>
        </p:txBody>
      </p:sp>
      <p:sp>
        <p:nvSpPr>
          <p:cNvPr id="113" name="Google Shape;113;ge0b995d5dc_0_6"/>
          <p:cNvSpPr txBox="1"/>
          <p:nvPr/>
        </p:nvSpPr>
        <p:spPr>
          <a:xfrm>
            <a:off x="11227013" y="6303394"/>
            <a:ext cx="965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Business user</a:t>
            </a:r>
            <a:endParaRPr sz="1000"/>
          </a:p>
        </p:txBody>
      </p:sp>
      <p:sp>
        <p:nvSpPr>
          <p:cNvPr id="114" name="Google Shape;114;ge0b995d5dc_0_6"/>
          <p:cNvSpPr txBox="1"/>
          <p:nvPr/>
        </p:nvSpPr>
        <p:spPr>
          <a:xfrm>
            <a:off x="9437544" y="6263976"/>
            <a:ext cx="12909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Application</a:t>
            </a:r>
            <a:br>
              <a:rPr lang="en-US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front end</a:t>
            </a:r>
            <a:endParaRPr sz="1000"/>
          </a:p>
        </p:txBody>
      </p:sp>
      <p:cxnSp>
        <p:nvCxnSpPr>
          <p:cNvPr id="115" name="Google Shape;115;ge0b995d5dc_0_6"/>
          <p:cNvCxnSpPr>
            <a:stCxn id="73" idx="0"/>
            <a:endCxn id="105" idx="2"/>
          </p:cNvCxnSpPr>
          <p:nvPr/>
        </p:nvCxnSpPr>
        <p:spPr>
          <a:xfrm rot="-5400000">
            <a:off x="7814689" y="2891705"/>
            <a:ext cx="726000" cy="1270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ge0b995d5dc_0_6"/>
          <p:cNvCxnSpPr>
            <a:stCxn id="74" idx="1"/>
            <a:endCxn id="117" idx="3"/>
          </p:cNvCxnSpPr>
          <p:nvPr/>
        </p:nvCxnSpPr>
        <p:spPr>
          <a:xfrm rot="10800000">
            <a:off x="2736053" y="4257645"/>
            <a:ext cx="5946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7" name="Google Shape;117;ge0b995d5dc_0_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75897" y="3783342"/>
            <a:ext cx="860251" cy="94860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8" name="Google Shape;118;ge0b995d5dc_0_6"/>
          <p:cNvSpPr txBox="1"/>
          <p:nvPr/>
        </p:nvSpPr>
        <p:spPr>
          <a:xfrm>
            <a:off x="1501231" y="4731955"/>
            <a:ext cx="16098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KPI reporting</a:t>
            </a:r>
            <a:endParaRPr sz="1000"/>
          </a:p>
        </p:txBody>
      </p:sp>
      <p:pic>
        <p:nvPicPr>
          <p:cNvPr id="119" name="Google Shape;119;ge0b995d5dc_0_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70837" y="652132"/>
            <a:ext cx="766406" cy="73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e0b995d5dc_0_6"/>
          <p:cNvSpPr txBox="1"/>
          <p:nvPr/>
        </p:nvSpPr>
        <p:spPr>
          <a:xfrm>
            <a:off x="6804546" y="1354312"/>
            <a:ext cx="7662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CloudWatch</a:t>
            </a:r>
            <a:endParaRPr sz="1000"/>
          </a:p>
        </p:txBody>
      </p:sp>
      <p:pic>
        <p:nvPicPr>
          <p:cNvPr id="121" name="Google Shape;121;ge0b995d5dc_0_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672169" y="656187"/>
            <a:ext cx="766406" cy="73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e0b995d5dc_0_6"/>
          <p:cNvSpPr txBox="1"/>
          <p:nvPr/>
        </p:nvSpPr>
        <p:spPr>
          <a:xfrm>
            <a:off x="7672169" y="1354312"/>
            <a:ext cx="7662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Cloud</a:t>
            </a:r>
            <a:br>
              <a:rPr lang="en-US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Trail</a:t>
            </a:r>
            <a:endParaRPr sz="1000"/>
          </a:p>
        </p:txBody>
      </p:sp>
      <p:pic>
        <p:nvPicPr>
          <p:cNvPr id="123" name="Google Shape;123;ge0b995d5dc_0_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778963" y="652132"/>
            <a:ext cx="766406" cy="73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e0b995d5dc_0_6"/>
          <p:cNvSpPr txBox="1"/>
          <p:nvPr/>
        </p:nvSpPr>
        <p:spPr>
          <a:xfrm>
            <a:off x="9778963" y="1350257"/>
            <a:ext cx="7662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IAM</a:t>
            </a:r>
            <a:endParaRPr sz="1000"/>
          </a:p>
        </p:txBody>
      </p:sp>
      <p:pic>
        <p:nvPicPr>
          <p:cNvPr id="125" name="Google Shape;125;ge0b995d5dc_0_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666868" y="663335"/>
            <a:ext cx="766376" cy="73564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e0b995d5dc_0_6"/>
          <p:cNvSpPr txBox="1"/>
          <p:nvPr/>
        </p:nvSpPr>
        <p:spPr>
          <a:xfrm>
            <a:off x="4700562" y="1354312"/>
            <a:ext cx="699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HSM</a:t>
            </a:r>
            <a:endParaRPr sz="1000"/>
          </a:p>
        </p:txBody>
      </p:sp>
      <p:pic>
        <p:nvPicPr>
          <p:cNvPr id="127" name="Google Shape;127;ge0b995d5dc_0_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71099" y="663335"/>
            <a:ext cx="766376" cy="73564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e0b995d5dc_0_6"/>
          <p:cNvSpPr txBox="1"/>
          <p:nvPr/>
        </p:nvSpPr>
        <p:spPr>
          <a:xfrm>
            <a:off x="5638487" y="1354312"/>
            <a:ext cx="699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KSM</a:t>
            </a:r>
            <a:endParaRPr sz="1000"/>
          </a:p>
        </p:txBody>
      </p:sp>
      <p:sp>
        <p:nvSpPr>
          <p:cNvPr id="129" name="Google Shape;129;ge0b995d5dc_0_6"/>
          <p:cNvSpPr txBox="1"/>
          <p:nvPr/>
        </p:nvSpPr>
        <p:spPr>
          <a:xfrm>
            <a:off x="4666878" y="380647"/>
            <a:ext cx="16707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Light"/>
                <a:ea typeface="Montserrat Light"/>
                <a:cs typeface="Montserrat Light"/>
                <a:sym typeface="Montserrat Light"/>
              </a:rPr>
              <a:t>Encryption</a:t>
            </a:r>
            <a:endParaRPr sz="12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30" name="Google Shape;130;ge0b995d5dc_0_6"/>
          <p:cNvSpPr txBox="1"/>
          <p:nvPr/>
        </p:nvSpPr>
        <p:spPr>
          <a:xfrm>
            <a:off x="6770837" y="380647"/>
            <a:ext cx="16707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Light"/>
                <a:ea typeface="Montserrat Light"/>
                <a:cs typeface="Montserrat Light"/>
                <a:sym typeface="Montserrat Light"/>
              </a:rPr>
              <a:t>Logging</a:t>
            </a:r>
            <a:endParaRPr sz="12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31" name="Google Shape;131;ge0b995d5dc_0_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598889" y="5379426"/>
            <a:ext cx="594536" cy="4453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e0b995d5dc_0_6"/>
          <p:cNvSpPr txBox="1"/>
          <p:nvPr/>
        </p:nvSpPr>
        <p:spPr>
          <a:xfrm>
            <a:off x="10344839" y="5147062"/>
            <a:ext cx="127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Geofencing</a:t>
            </a:r>
            <a:endParaRPr sz="1000"/>
          </a:p>
        </p:txBody>
      </p:sp>
      <p:pic>
        <p:nvPicPr>
          <p:cNvPr id="133" name="Google Shape;133;ge0b995d5dc_0_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874724" y="663320"/>
            <a:ext cx="766406" cy="73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e0b995d5dc_0_6"/>
          <p:cNvSpPr txBox="1"/>
          <p:nvPr/>
        </p:nvSpPr>
        <p:spPr>
          <a:xfrm>
            <a:off x="8812745" y="1350257"/>
            <a:ext cx="910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Cognito</a:t>
            </a:r>
            <a:endParaRPr sz="1000"/>
          </a:p>
        </p:txBody>
      </p:sp>
      <p:sp>
        <p:nvSpPr>
          <p:cNvPr id="135" name="Google Shape;135;ge0b995d5dc_0_6"/>
          <p:cNvSpPr txBox="1"/>
          <p:nvPr/>
        </p:nvSpPr>
        <p:spPr>
          <a:xfrm>
            <a:off x="8732173" y="380647"/>
            <a:ext cx="1900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Light"/>
                <a:ea typeface="Montserrat Light"/>
                <a:cs typeface="Montserrat Light"/>
                <a:sym typeface="Montserrat Light"/>
              </a:rPr>
              <a:t>User management</a:t>
            </a:r>
            <a:endParaRPr sz="12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36" name="Google Shape;136;ge0b995d5dc_0_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52676" y="0"/>
            <a:ext cx="352043" cy="352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AWS Colors">
      <a:dk1>
        <a:srgbClr val="232F3D"/>
      </a:dk1>
      <a:lt1>
        <a:srgbClr val="FAFAFA"/>
      </a:lt1>
      <a:dk2>
        <a:srgbClr val="535B63"/>
      </a:dk2>
      <a:lt2>
        <a:srgbClr val="E5ECEF"/>
      </a:lt2>
      <a:accent1>
        <a:srgbClr val="FF9900"/>
      </a:accent1>
      <a:accent2>
        <a:srgbClr val="F0623D"/>
      </a:accent2>
      <a:accent3>
        <a:srgbClr val="007CBC"/>
      </a:accent3>
      <a:accent4>
        <a:srgbClr val="00A0C8"/>
      </a:accent4>
      <a:accent5>
        <a:srgbClr val="1D8900"/>
      </a:accent5>
      <a:accent6>
        <a:srgbClr val="69AE35"/>
      </a:accent6>
      <a:hlink>
        <a:srgbClr val="007CBC"/>
      </a:hlink>
      <a:folHlink>
        <a:srgbClr val="007CB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2018-09-14T20:21:45Z</dcterms:created>
  <dc:creator>Microsoft Office User</dc:creator>
</cp:coreProperties>
</file>